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A59AB1-7F02-48F2-9447-4DFCD3DD2850}" v="2" dt="2026-02-16T14:49:05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adev Dagur" userId="dd7f0f5fab5adfcc" providerId="LiveId" clId="{EACD4062-CA52-4A60-8D07-BB1C03B88228}"/>
    <pc:docChg chg="undo custSel modSld">
      <pc:chgData name="Haradev Dagur" userId="dd7f0f5fab5adfcc" providerId="LiveId" clId="{EACD4062-CA52-4A60-8D07-BB1C03B88228}" dt="2026-02-16T14:49:06.301" v="4" actId="20577"/>
      <pc:docMkLst>
        <pc:docMk/>
      </pc:docMkLst>
      <pc:sldChg chg="modSp mod">
        <pc:chgData name="Haradev Dagur" userId="dd7f0f5fab5adfcc" providerId="LiveId" clId="{EACD4062-CA52-4A60-8D07-BB1C03B88228}" dt="2026-02-16T14:49:06.301" v="4" actId="20577"/>
        <pc:sldMkLst>
          <pc:docMk/>
          <pc:sldMk cId="3341038473" sldId="256"/>
        </pc:sldMkLst>
        <pc:spChg chg="mod">
          <ac:chgData name="Haradev Dagur" userId="dd7f0f5fab5adfcc" providerId="LiveId" clId="{EACD4062-CA52-4A60-8D07-BB1C03B88228}" dt="2026-02-16T14:49:06.301" v="4" actId="20577"/>
          <ac:spMkLst>
            <pc:docMk/>
            <pc:sldMk cId="3341038473" sldId="256"/>
            <ac:spMk id="8" creationId="{12BCF2BF-30D0-0F96-F084-31E4E04797C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BAD5C-6045-0DFB-4D41-A5BCFF375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66AD9-4C04-C224-8970-5837C569C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10930-FB29-FB67-4C84-621AD695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8CC8-E8A3-43DF-B4AE-B68C6B17C8E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80228-F920-D835-4E40-B358BDE29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1945F-6714-F6D8-6AE5-A775D6D4F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CA-1F77-4943-B95C-FA01A6A01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98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1985-2860-801F-077A-A42D7955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599A5-E551-8E3B-766D-55F31C2D2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DA3EE-88A3-0BBA-7F3A-BBB7DEA6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8CC8-E8A3-43DF-B4AE-B68C6B17C8E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BA5F1-ACDE-3AD6-BADB-82DB66FE8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7C47C-E768-C92D-4FCA-05338081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CA-1F77-4943-B95C-FA01A6A01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790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713B4-4E1F-A373-3FAB-2A9CD7DA2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F3867-741B-DAE0-AE80-AFFB34AC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AACCF-4D73-90F4-5615-0DD02BC9F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8CC8-E8A3-43DF-B4AE-B68C6B17C8E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7B35D-AFDA-AD72-6817-9075138F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ADDC6-B5C9-4180-7CFC-DA2E664A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CA-1F77-4943-B95C-FA01A6A01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011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7FCE3-A6E0-CF58-A988-21E3CAE6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82F79-A304-7854-3A7B-1D4EDAF5E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A6B65F-4A19-54A1-70F9-5CE76D69B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35E54-7C50-59F3-5041-43EB0AFF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8CC8-E8A3-43DF-B4AE-B68C6B17C8E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67CA2-4257-C068-D86D-15BFB69B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2480A-F5AD-662D-1BB2-D76C9E05F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CA-1F77-4943-B95C-FA01A6A01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462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79AA-88C4-41F0-FA76-7B0D6D05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70EBF-F83A-9BFF-867B-AA0C7872B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D7BDE-41E0-EB26-6368-D30DE833D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E8277-8AAE-E070-371B-3C95C7D20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CCDB7B-0A18-CBDE-145B-B76AF5257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D0A1BC-678C-616A-8806-CD72A5AF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8CC8-E8A3-43DF-B4AE-B68C6B17C8E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B023D-E713-68D9-EBC6-0D063DC19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CC9809-6A5B-6412-E3F2-183CEC5E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CA-1F77-4943-B95C-FA01A6A01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85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A23E-0C9B-2DD6-4FCA-85166E248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7F3D5-3DDE-98C0-8A27-03278912E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8CC8-E8A3-43DF-B4AE-B68C6B17C8E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0E5B9-25E1-8211-1C33-C71FC8A33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0AE9A-7578-418C-F99F-FB4B128DE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CA-1F77-4943-B95C-FA01A6A01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07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FCBDD0-46EF-C960-160F-B80E7B40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8CC8-E8A3-43DF-B4AE-B68C6B17C8E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3ABB4C-CA04-B094-D54E-AED8CB5A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EB4DA-B5F4-6809-D422-DA20F083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CA-1F77-4943-B95C-FA01A6A01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84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76D48-4B34-865C-30C3-EE67CBA9E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1488C-1FB2-A7A6-7E9A-FF9DE58B7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93FF7-0CEC-9006-B677-B66AD8C58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2B8F1-011A-CC18-5290-CBA742E76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8CC8-E8A3-43DF-B4AE-B68C6B17C8E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C5228-C468-87F8-E8F3-6F0C2A533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4D723-4A65-A3B2-A587-7C91D4F6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CA-1F77-4943-B95C-FA01A6A01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076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3B81-BBDA-7790-4A37-C37CFF6B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8F71E3-C928-1AA4-89A3-05A7951A5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54196-760E-83EF-D964-AEB55C9FF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21538-CF78-A943-FF80-2B8FE663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8CC8-E8A3-43DF-B4AE-B68C6B17C8E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A5C08-1B82-91A1-AE72-55A17F0FA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35018-25CD-D473-D2D8-5A2B8778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CA-1F77-4943-B95C-FA01A6A01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94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29E7-204F-5D1B-1C46-DD3847BFC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863B2-8C79-D7E2-ED2F-8523F6DCC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A8548-0F6C-9588-928B-9569728CB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8CC8-E8A3-43DF-B4AE-B68C6B17C8E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44042-F71A-575D-FA75-9882441A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1D250-DB58-30DC-204E-5BE9EE3E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CA-1F77-4943-B95C-FA01A6A01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63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E6DD16-E3A0-5C1E-6C0F-71D7B1D233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EE2F1D-B32E-85C1-FB31-260EE2E49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6472C-1884-356B-40A7-C998AA62D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8CC8-E8A3-43DF-B4AE-B68C6B17C8E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6FB1C-52D0-C856-7F73-ECEC2093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BBBC9-CB19-642F-ED44-E6B9E238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CA-1F77-4943-B95C-FA01A6A01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64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BB1E62-3D74-A0CC-6BB7-856BFBE95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5375B-7BDB-B30F-E0B4-B64293372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F0DE7-4E76-EBEB-3BE1-BAA0DF4AC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E8CC8-E8A3-43DF-B4AE-B68C6B17C8E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08003-2E78-B2F0-2916-223586BFD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602DD-E546-A7FE-1740-D3F7BD573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335CA-1F77-4943-B95C-FA01A6A01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68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91356-DED8-94C9-F3A3-68C441CE2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98640" cy="1950720"/>
          </a:xfrm>
        </p:spPr>
        <p:txBody>
          <a:bodyPr>
            <a:noAutofit/>
          </a:bodyPr>
          <a:lstStyle/>
          <a:p>
            <a:pPr algn="l"/>
            <a:r>
              <a:rPr lang="en-IN" sz="2800" b="1" dirty="0"/>
              <a:t>Boutique Store Annual Sales Report 2022   </a:t>
            </a:r>
            <a:br>
              <a:rPr lang="en-IN" sz="2000" b="1" dirty="0"/>
            </a:br>
            <a:br>
              <a:rPr lang="en-IN" sz="2000" b="1" dirty="0"/>
            </a:br>
            <a:r>
              <a:rPr lang="en-IN" sz="2000" dirty="0"/>
              <a:t> </a:t>
            </a:r>
            <a:br>
              <a:rPr lang="en-IN" sz="2000" b="1" dirty="0"/>
            </a:br>
            <a:br>
              <a:rPr lang="en-IN" sz="2000" b="1" dirty="0"/>
            </a:br>
            <a:br>
              <a:rPr lang="en-IN" sz="2000" b="1" dirty="0"/>
            </a:br>
            <a:endParaRPr lang="en-IN" sz="20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2BCF2BF-30D0-0F96-F084-31E4E0479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001395"/>
            <a:ext cx="12192000" cy="5811520"/>
          </a:xfrm>
        </p:spPr>
        <p:txBody>
          <a:bodyPr>
            <a:normAutofit/>
          </a:bodyPr>
          <a:lstStyle/>
          <a:p>
            <a:pPr algn="l"/>
            <a:r>
              <a:rPr lang="en-IN" sz="1800" b="1" dirty="0"/>
              <a:t>Key Insights</a:t>
            </a:r>
          </a:p>
          <a:p>
            <a:pPr algn="l"/>
            <a:r>
              <a:rPr lang="en-IN" sz="1800" b="1" dirty="0"/>
              <a:t>-</a:t>
            </a:r>
            <a:r>
              <a:rPr lang="en-IN" sz="1800" dirty="0"/>
              <a:t> Women contributed </a:t>
            </a:r>
            <a:r>
              <a:rPr lang="en-IN" sz="1800" b="1" dirty="0"/>
              <a:t>64%</a:t>
            </a:r>
            <a:r>
              <a:rPr lang="en-IN" sz="1800" dirty="0"/>
              <a:t> of total sales.</a:t>
            </a:r>
          </a:p>
          <a:p>
            <a:pPr algn="l"/>
            <a:r>
              <a:rPr lang="en-IN" sz="1800" b="1" dirty="0"/>
              <a:t>- Maharashtra</a:t>
            </a:r>
            <a:r>
              <a:rPr lang="en-IN" sz="1800" dirty="0"/>
              <a:t> generated the highest revenue at </a:t>
            </a:r>
            <a:r>
              <a:rPr lang="en-IN" sz="1800" b="1" dirty="0"/>
              <a:t>2.99M</a:t>
            </a:r>
            <a:r>
              <a:rPr lang="en-IN" sz="1800" dirty="0"/>
              <a:t>.</a:t>
            </a:r>
          </a:p>
          <a:p>
            <a:pPr algn="l"/>
            <a:r>
              <a:rPr lang="en-IN" sz="1800" b="1" dirty="0"/>
              <a:t>- Amazon</a:t>
            </a:r>
            <a:r>
              <a:rPr lang="en-IN" sz="1800" dirty="0"/>
              <a:t> was the leading sales channel at </a:t>
            </a:r>
            <a:r>
              <a:rPr lang="en-IN" sz="1800" b="1" dirty="0"/>
              <a:t>35%</a:t>
            </a:r>
            <a:r>
              <a:rPr lang="en-IN" sz="1800" dirty="0"/>
              <a:t>.</a:t>
            </a:r>
          </a:p>
          <a:p>
            <a:pPr algn="l"/>
            <a:endParaRPr lang="en-IN" sz="1800" dirty="0"/>
          </a:p>
          <a:p>
            <a:pPr algn="l"/>
            <a:r>
              <a:rPr lang="en-IN" sz="1800" b="1" dirty="0"/>
              <a:t>Dashboard Overview</a:t>
            </a:r>
          </a:p>
          <a:p>
            <a:pPr algn="l"/>
            <a:r>
              <a:rPr lang="en-IN" sz="1800" b="1" dirty="0"/>
              <a:t>- Maharashtra</a:t>
            </a:r>
            <a:r>
              <a:rPr lang="en-IN" sz="1800" dirty="0"/>
              <a:t> generated the highest revenue at </a:t>
            </a:r>
            <a:r>
              <a:rPr lang="en-IN" sz="1800" b="1" dirty="0"/>
              <a:t>2.99M</a:t>
            </a:r>
            <a:r>
              <a:rPr lang="en-IN" sz="1800" dirty="0"/>
              <a:t>.</a:t>
            </a:r>
          </a:p>
          <a:p>
            <a:pPr algn="l"/>
            <a:r>
              <a:rPr lang="en-IN" sz="1800" b="1" dirty="0"/>
              <a:t>- Amazon</a:t>
            </a:r>
            <a:r>
              <a:rPr lang="en-IN" sz="1800" dirty="0"/>
              <a:t> was the leading sales channel, contributing significantly to the total revenue. </a:t>
            </a:r>
            <a:endParaRPr lang="en-IN" sz="1800" i="1" dirty="0"/>
          </a:p>
          <a:p>
            <a:pPr algn="l"/>
            <a:endParaRPr lang="en-IN" sz="1800" dirty="0"/>
          </a:p>
          <a:p>
            <a:pPr algn="l"/>
            <a:r>
              <a:rPr lang="en-IN" sz="1600" b="1" dirty="0"/>
              <a:t>Suggestion</a:t>
            </a:r>
          </a:p>
          <a:p>
            <a:pPr algn="l"/>
            <a:r>
              <a:rPr lang="en-IN" sz="1800" b="1" dirty="0"/>
              <a:t>Expand the product range</a:t>
            </a:r>
            <a:r>
              <a:rPr lang="en-IN" sz="1800" dirty="0"/>
              <a:t> targeting female customers to capitalize on their significant contribution to sales.</a:t>
            </a:r>
          </a:p>
          <a:p>
            <a:pPr algn="l"/>
            <a:r>
              <a:rPr lang="en-IN" sz="1800" b="1" dirty="0"/>
              <a:t>Increase focus on the Maharashtra market</a:t>
            </a:r>
            <a:r>
              <a:rPr lang="en-IN" sz="1800" dirty="0"/>
              <a:t> with localized marketing and promotions to leverage its revenue flow.</a:t>
            </a:r>
          </a:p>
          <a:p>
            <a:pPr algn="l"/>
            <a:r>
              <a:rPr lang="en-IN" sz="1800" b="1" dirty="0"/>
              <a:t>Optimize sales strategies on Amazon</a:t>
            </a:r>
            <a:r>
              <a:rPr lang="en-IN" sz="1800" dirty="0"/>
              <a:t> to increase visibility and conversion rates.</a:t>
            </a:r>
          </a:p>
          <a:p>
            <a:pPr algn="l"/>
            <a:br>
              <a:rPr lang="en-IN" sz="1200" dirty="0"/>
            </a:br>
            <a:endParaRPr lang="en-IN" sz="1200" b="1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7EFD03-B3A0-E4EC-8B87-8D7EFE5E573A}"/>
              </a:ext>
            </a:extLst>
          </p:cNvPr>
          <p:cNvSpPr/>
          <p:nvPr/>
        </p:nvSpPr>
        <p:spPr>
          <a:xfrm>
            <a:off x="0" y="723900"/>
            <a:ext cx="3261360" cy="1546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C2F211-890D-EEEE-5B7A-C45749C4C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80" y="179664"/>
            <a:ext cx="5140960" cy="263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038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Boutique Store Annual Sales Report 2022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Haradev Dagur</dc:creator>
  <cp:lastModifiedBy>Haradev Dagur</cp:lastModifiedBy>
  <cp:revision>1</cp:revision>
  <dcterms:created xsi:type="dcterms:W3CDTF">2026-02-16T14:45:15Z</dcterms:created>
  <dcterms:modified xsi:type="dcterms:W3CDTF">2026-02-16T14:49:10Z</dcterms:modified>
</cp:coreProperties>
</file>